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380E3-B748-4469-8F6A-CC84A321EE1A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01EBA-D2EC-4710-934C-ADD083BC53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39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01EBA-D2EC-4710-934C-ADD083BC53A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18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502920"/>
            <a:ext cx="15544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Presentazione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FitTrackPro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Fitness &amp; workout tracker locale per organizzare esercizi, schede, sessioni, storico e obiettivi.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4480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05C48"/>
                </a:solidFill>
                <a:latin typeface="Aptos"/>
              </a:defRPr>
            </a:pPr>
            <a:r>
              <a:rPr dirty="0"/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82622"/>
                </a:solidFill>
                <a:latin typeface="Aptos"/>
              </a:defRPr>
            </a:pPr>
            <a:r>
              <a:t>Un'unica app per pianificare gli allenamenti, registrarli rapidamente e tenere sotto controllo i progressi.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35650"/>
            <a:ext cx="105156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4035650"/>
            <a:ext cx="64008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rPr dirty="0"/>
              <a:t>Expo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035650"/>
            <a:ext cx="109728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AsyncStorage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4035650"/>
            <a:ext cx="91440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987552"/>
            <a:ext cx="2448419" cy="4901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56248" y="1005840"/>
            <a:ext cx="2464765" cy="4882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0236" y="110642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670" y="1289305"/>
            <a:ext cx="2165770" cy="4462271"/>
          </a:xfrm>
          <a:prstGeom prst="round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71432" y="1234440"/>
            <a:ext cx="1247927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81159" y="1399032"/>
            <a:ext cx="1028471" cy="2093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47923" y="128930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es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7" y="1432346"/>
            <a:ext cx="991895" cy="2027346"/>
          </a:xfrm>
          <a:prstGeom prst="round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171432" y="3886200"/>
            <a:ext cx="1247927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59" y="4050791"/>
            <a:ext cx="1028471" cy="2093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47923" y="3941063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7" y="4086125"/>
            <a:ext cx="991895" cy="2023307"/>
          </a:xfrm>
          <a:prstGeom prst="round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" y="5545496"/>
            <a:ext cx="457200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dirty="0"/>
              <a:t>Progetto mobile</a:t>
            </a:r>
            <a:r>
              <a:rPr lang="it-IT" dirty="0"/>
              <a:t> programming</a:t>
            </a:r>
            <a:r>
              <a:rPr dirty="0"/>
              <a:t> in React Native</a:t>
            </a:r>
            <a:br>
              <a:rPr lang="it-IT" dirty="0"/>
            </a:br>
            <a:r>
              <a:rPr lang="it-IT" dirty="0"/>
              <a:t>Marco Giraulo</a:t>
            </a:r>
            <a:br>
              <a:rPr lang="it-IT" dirty="0"/>
            </a:br>
            <a:r>
              <a:rPr lang="it-IT" dirty="0"/>
              <a:t>Carmine Giudice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Francesco Pio Mastrogiacomo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Fabio Concilio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Luca Migliaccio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64592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Idea dell’app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Quale problema risolve?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FitTrackPro nasce per chi si allena in autonomia e vuole evitare informazioni sparse tra note, app diverse e promemoria.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611880" cy="4160520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F4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84E4E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06324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Esercizi, schede e progressi spesso sono salvati in posti diversi.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Lo storico degli allenamenti diventa difficile da consultare nel tempo.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Obiettivi e sessioni pianificate non sono collegati tra loro.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6995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73168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Soluzione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331720"/>
            <a:ext cx="384048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Archivio locale unico per esercizi, schede, sessioni, storico e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Dashboard sintetica con accesso rapido all’allenamento del giorno.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Aggiornamenti automatici tra sessioni, storico e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App semplice, utilizzabile anche senza connessione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31720"/>
            <a:ext cx="2331720" cy="25603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51460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05C48"/>
                </a:solidFill>
                <a:latin typeface="Aptos"/>
              </a:defRPr>
            </a:pPr>
            <a:r>
              <a:t>Utente 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834640"/>
            <a:ext cx="187451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Persona che si allena in autonomia e vuole uno strumento personale, veloce e coerente.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160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05C48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8912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Pianificare • registrare • controllare i progressi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9456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Funzionalità principali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6 aree principali dell’app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La navigazione usa una bottom tab bar: ogni sezione copre una parte del flusso di allenamento.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Riepilogo, accesso rapido all’allenamento del giorno, costanza settimanale e timer di recupero.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33672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Esercizi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Archivio personale con CRUD completo, ricerca e filtri per gruppo muscolare e difficoltà.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662671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Schede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Programmi divisi per giorni con esercizi, serie, ripetizioni, livello, obiettivo e recupero.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1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Sessioni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Pianificazione degli allenamenti futuri con data, scheda associata, giorno e stato.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33672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Storico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Registrazione degli allenamenti svolti con durata, carichi, note e fatica percepita.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62671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Obiettivi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Obiettivi manuali o automatici con percentuale di avanzamento e stato finale.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488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Schermate più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456" y="731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Dashboard, esercizi e schede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Tre schermate chiave per entrare nell’app, costruire il database personale e creare il workout.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952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99" y="1810512"/>
            <a:ext cx="2019314" cy="4160520"/>
          </a:xfrm>
          <a:prstGeom prst="round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026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445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528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xerci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78" y="1810512"/>
            <a:ext cx="2047755" cy="4160520"/>
          </a:xfrm>
          <a:prstGeom prst="round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9602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Esercizi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7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104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l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141" y="1810512"/>
            <a:ext cx="2039629" cy="4160520"/>
          </a:xfrm>
          <a:prstGeom prst="round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178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488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Schermate più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Sessioni, storico e obiettivi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Queste schermate chiudono il ciclo: si pianifica, si registra l’allenamento e si misura l’avanzamento.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952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73" y="1810512"/>
            <a:ext cx="2035566" cy="4160520"/>
          </a:xfrm>
          <a:prstGeom prst="round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026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Sessioni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445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528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493" y="1810512"/>
            <a:ext cx="2045724" cy="4160520"/>
          </a:xfrm>
          <a:prstGeom prst="round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9602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Storico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7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104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go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141" y="1810512"/>
            <a:ext cx="2039629" cy="4160520"/>
          </a:xfrm>
          <a:prstGeom prst="round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178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Obiettivi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7830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Scelte progettuali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Tecnologie e organizzazione del progetto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Le scelte sono orientate a semplicità, riuso del codice e coerenza dei dati.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Stack tecnologico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4231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Expo SDK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328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sviluppo e test rapidi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1089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186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interfaccia mobile cross-platform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7947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044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044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tipizzazione e controllo del codice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4805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5902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React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90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stack + bottom tabs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51663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2760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AsyncStorage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2760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persistenza locale senza 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783080"/>
            <a:ext cx="6903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993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Scelte architetturali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377440"/>
            <a:ext cx="621792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Stato principale centralizzato in App.tsx per controllare i flussi dell’app.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Schermate separate per area funzionale: Dashboard, Esercizi, Schede, Sessioni, Storico,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Modali separate per dettaglio e modifica, organizzate per entità.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Tipi, validazioni e sanitizzazione centralizzati per ridurre errori e duplicazioni.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Dati collegati tramite identificativi: schema coerente tra esercizi, schede, sessioni e storico.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56032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Feature avanzate implementate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funzioni che danno più valore all’app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Oltre al CRUD base, il progetto introduce funzionalità che migliorano davvero l’esperienza d’uso.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6" y="178308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1. Timer di recupero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5720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nella</a:t>
            </a:r>
            <a:r>
              <a:rPr dirty="0"/>
              <a:t> Dashboard.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avviare</a:t>
            </a:r>
            <a:r>
              <a:rPr dirty="0"/>
              <a:t> o </a:t>
            </a:r>
            <a:r>
              <a:rPr dirty="0" err="1"/>
              <a:t>mettere</a:t>
            </a:r>
            <a:r>
              <a:rPr dirty="0"/>
              <a:t> in pausa il timer, </a:t>
            </a:r>
            <a:r>
              <a:rPr dirty="0" err="1"/>
              <a:t>usare</a:t>
            </a:r>
            <a:r>
              <a:rPr dirty="0"/>
              <a:t> tempi </a:t>
            </a:r>
            <a:r>
              <a:rPr dirty="0" err="1"/>
              <a:t>rapidi</a:t>
            </a:r>
            <a:r>
              <a:rPr dirty="0"/>
              <a:t> (1:</a:t>
            </a:r>
            <a:r>
              <a:rPr lang="it-IT" dirty="0"/>
              <a:t>00</a:t>
            </a:r>
            <a:r>
              <a:rPr dirty="0"/>
              <a:t> / 3:00) e </a:t>
            </a:r>
            <a:r>
              <a:rPr dirty="0" err="1"/>
              <a:t>aggiungere</a:t>
            </a:r>
            <a:r>
              <a:rPr dirty="0"/>
              <a:t> +30 secondi</a:t>
            </a:r>
            <a:r>
              <a:rPr lang="it-IT" dirty="0"/>
              <a:t> o rimuovere – 30 secondi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2. Duplicazione rapida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Schede e sessioni possono essere duplicate per creare varianti senza ripartire da zero. Il sistema genera nome e identificativo coerenti.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206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t>Ricerca e filtri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5371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Disponibili in più sezioni per migliorare la consultazione dei dati.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4206240"/>
            <a:ext cx="260761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rPr dirty="0"/>
              <a:t>Aggiornamenti </a:t>
            </a:r>
            <a:r>
              <a:rPr dirty="0" err="1"/>
              <a:t>automatici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599432" y="455371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Registrando un allenamento, la sessione collegata può diventare completata.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20624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t>Obiettivi automatici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55371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Avanzamento calcolato da allenamenti, minuti, frequenza, carichi o completamento scheda.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7830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Difficoltà incontrate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criticità principali affrontate durante lo sviluppo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Le difficoltà non erano tanto visive, ma soprattutto legate alla coerenza dei dati e al comportamento cross-platform.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6694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Sincronizzazione tra entità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79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Schede, sessioni, storico e obiettivi sono collegati: una modifica deve riflettersi in modo coerente.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74519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20756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Validazione e sanitizzazione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468879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Serviva evitare input incoerenti, duplicati, campi vuoti e date nel formato sbagliato.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26694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178807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Persistenza locale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7200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rPr dirty="0"/>
              <a:t>I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dovevano</a:t>
            </a:r>
            <a:r>
              <a:rPr dirty="0"/>
              <a:t> </a:t>
            </a:r>
            <a:r>
              <a:rPr dirty="0" err="1"/>
              <a:t>restare</a:t>
            </a:r>
            <a:r>
              <a:rPr dirty="0"/>
              <a:t> </a:t>
            </a:r>
            <a:r>
              <a:rPr dirty="0" err="1"/>
              <a:t>salvati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 e </a:t>
            </a:r>
            <a:r>
              <a:rPr dirty="0" err="1"/>
              <a:t>rimanere</a:t>
            </a:r>
            <a:r>
              <a:rPr dirty="0"/>
              <a:t> </a:t>
            </a:r>
            <a:r>
              <a:rPr dirty="0" err="1"/>
              <a:t>compatibili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dopo </a:t>
            </a:r>
            <a:r>
              <a:rPr dirty="0" err="1"/>
              <a:t>modifiche</a:t>
            </a:r>
            <a:r>
              <a:rPr dirty="0"/>
              <a:t> alla </a:t>
            </a:r>
            <a:r>
              <a:rPr dirty="0" err="1"/>
              <a:t>struttura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977639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4178807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Gestione corretta delle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57200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È stato necessario evitare errori di fuso orario e mantenere il formato YYYY-MM-DD coerente su web e mobile.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3258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Demo dell’app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Come presenterò il flusso in pochi minuti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La demo segue un percorso semplice e mostra l’intero ciclo di utilizzo dell’app.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417320"/>
            <a:ext cx="251940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2248" y="1581912"/>
            <a:ext cx="2299944" cy="45628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4748" y="147218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801" y="1600200"/>
            <a:ext cx="2196836" cy="4526279"/>
          </a:xfrm>
          <a:prstGeom prst="round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52140" y="6419088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Live flow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" y="216712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177393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Aprire la Dashboard e mostrare riepilogo, streak e timer di recupero.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" y="299008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259689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Creare o modificare un esercizio con gruppi muscolari controllati.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" y="381304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341985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Creare una scheda e pianificare una sessione futura.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" y="463600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424281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Registrare un allenamento e mostrare l’aggiornamento automatico della sessione.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6577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Aprire storico e obiettivi per verificare i progressi salvati.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989320"/>
            <a:ext cx="7498079" cy="539496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6089904"/>
            <a:ext cx="704088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50" b="1">
                <a:solidFill>
                  <a:srgbClr val="105C48"/>
                </a:solidFill>
                <a:latin typeface="Aptos"/>
              </a:defRPr>
            </a:pPr>
            <a:r>
              <a:rPr dirty="0" err="1"/>
              <a:t>FitTrackPro</a:t>
            </a:r>
            <a:r>
              <a:rPr dirty="0"/>
              <a:t> </a:t>
            </a:r>
            <a:r>
              <a:rPr dirty="0" err="1"/>
              <a:t>unisce</a:t>
            </a:r>
            <a:r>
              <a:rPr dirty="0"/>
              <a:t> </a:t>
            </a:r>
            <a:r>
              <a:rPr dirty="0" err="1"/>
              <a:t>pianificazione</a:t>
            </a:r>
            <a:r>
              <a:rPr dirty="0"/>
              <a:t>, </a:t>
            </a:r>
            <a:r>
              <a:rPr dirty="0" err="1"/>
              <a:t>registrazione</a:t>
            </a:r>
            <a:r>
              <a:rPr dirty="0"/>
              <a:t> e </a:t>
            </a:r>
            <a:r>
              <a:rPr dirty="0" err="1"/>
              <a:t>controllo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progressi</a:t>
            </a:r>
            <a:r>
              <a:rPr dirty="0"/>
              <a:t> in </a:t>
            </a:r>
            <a:r>
              <a:rPr dirty="0" err="1"/>
              <a:t>un’unica</a:t>
            </a:r>
            <a:r>
              <a:rPr dirty="0"/>
              <a:t> app locale e </a:t>
            </a:r>
            <a:r>
              <a:rPr dirty="0" err="1"/>
              <a:t>coerente</a:t>
            </a:r>
            <a:r>
              <a:rPr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548640"/>
            <a:ext cx="12344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Conclusione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FitTrackPro in sintesi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Un’app semplice da usare, ma completa nel seguire tutto il flusso dell’allenamento.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2120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lang="it-IT" dirty="0"/>
              <a:t>G</a:t>
            </a:r>
            <a:r>
              <a:rPr dirty="0" err="1"/>
              <a:t>estisce</a:t>
            </a:r>
            <a:r>
              <a:rPr dirty="0"/>
              <a:t> </a:t>
            </a:r>
            <a:r>
              <a:rPr dirty="0" err="1"/>
              <a:t>esercizi</a:t>
            </a:r>
            <a:r>
              <a:rPr dirty="0"/>
              <a:t>, </a:t>
            </a:r>
            <a:r>
              <a:rPr dirty="0" err="1"/>
              <a:t>schede</a:t>
            </a:r>
            <a:r>
              <a:rPr dirty="0"/>
              <a:t>, </a:t>
            </a:r>
            <a:r>
              <a:rPr dirty="0" err="1"/>
              <a:t>sessioni</a:t>
            </a:r>
            <a:r>
              <a:rPr dirty="0"/>
              <a:t>, storico e </a:t>
            </a:r>
            <a:r>
              <a:rPr dirty="0" err="1"/>
              <a:t>obiettivi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offre</a:t>
            </a:r>
            <a:r>
              <a:rPr dirty="0"/>
              <a:t> </a:t>
            </a:r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chiara</a:t>
            </a:r>
            <a:r>
              <a:rPr dirty="0"/>
              <a:t>, </a:t>
            </a:r>
            <a:r>
              <a:rPr dirty="0" err="1"/>
              <a:t>ricerca</a:t>
            </a:r>
            <a:r>
              <a:rPr dirty="0"/>
              <a:t>, </a:t>
            </a:r>
            <a:r>
              <a:rPr dirty="0" err="1"/>
              <a:t>filtri</a:t>
            </a:r>
            <a:r>
              <a:rPr dirty="0"/>
              <a:t> e feature </a:t>
            </a:r>
            <a:r>
              <a:rPr dirty="0" err="1"/>
              <a:t>avanzate</a:t>
            </a:r>
            <a:r>
              <a:rPr dirty="0"/>
              <a:t> </a:t>
            </a:r>
            <a:r>
              <a:rPr dirty="0" err="1"/>
              <a:t>utili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supporta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demo </a:t>
            </a:r>
            <a:r>
              <a:rPr dirty="0" err="1"/>
              <a:t>immediata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299" y="4036794"/>
            <a:ext cx="4389120" cy="11897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239012" y="4121132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05C48"/>
                </a:solidFill>
                <a:latin typeface="Aptos"/>
              </a:defRPr>
            </a:pPr>
            <a:r>
              <a:rPr dirty="0" err="1"/>
              <a:t>Punti</a:t>
            </a:r>
            <a:r>
              <a:rPr dirty="0"/>
              <a:t> </a:t>
            </a:r>
            <a:r>
              <a:rPr dirty="0" err="1"/>
              <a:t>forti</a:t>
            </a:r>
            <a:r>
              <a:rPr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9012" y="4399933"/>
            <a:ext cx="352457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rPr lang="it-IT" dirty="0"/>
              <a:t>Coerenza del modello dati · semplicità d’uso · attenzione alla validazione · approccio pragmatico senza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43000"/>
            <a:ext cx="2566492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24927" y="1307592"/>
            <a:ext cx="2347036" cy="4654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50974" y="119786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562" y="1325880"/>
            <a:ext cx="2263765" cy="4617720"/>
          </a:xfrm>
          <a:prstGeom prst="round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4E2A7697-7398-4782-035C-2CA2BE63A225}"/>
              </a:ext>
            </a:extLst>
          </p:cNvPr>
          <p:cNvSpPr txBox="1"/>
          <p:nvPr/>
        </p:nvSpPr>
        <p:spPr>
          <a:xfrm>
            <a:off x="790022" y="5545496"/>
            <a:ext cx="457200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dirty="0"/>
              <a:t>Progetto mobile</a:t>
            </a:r>
            <a:r>
              <a:rPr lang="it-IT" dirty="0"/>
              <a:t> programming</a:t>
            </a:r>
            <a:r>
              <a:rPr dirty="0"/>
              <a:t> in React Native</a:t>
            </a:r>
            <a:br>
              <a:rPr lang="it-IT" dirty="0"/>
            </a:br>
            <a:r>
              <a:rPr lang="it-IT" dirty="0"/>
              <a:t>Marco Giraulo</a:t>
            </a:r>
            <a:br>
              <a:rPr lang="it-IT" dirty="0"/>
            </a:br>
            <a:r>
              <a:rPr lang="it-IT" dirty="0"/>
              <a:t>Carmine Giudice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Francesco Pio Mastrogiacomo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Fabio Concilio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Luca Migliaccio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Widescreen</PresentationFormat>
  <Paragraphs>139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CARMINE GIUDICE</cp:lastModifiedBy>
  <cp:revision>3</cp:revision>
  <dcterms:created xsi:type="dcterms:W3CDTF">2013-01-27T09:14:16Z</dcterms:created>
  <dcterms:modified xsi:type="dcterms:W3CDTF">2026-07-14T05:42:21Z</dcterms:modified>
  <cp:category/>
</cp:coreProperties>
</file>