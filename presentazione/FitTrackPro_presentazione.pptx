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-2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380E3-B748-4469-8F6A-CC84A321EE1A}" type="datetimeFigureOut">
              <a:rPr lang="it-IT" smtClean="0"/>
              <a:t>12/07/2026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01EBA-D2EC-4710-934C-ADD083BC53A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1398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01EBA-D2EC-4710-934C-ADD083BC53A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8180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502920"/>
            <a:ext cx="155448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Presentazione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14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FitTrackPro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Fitness &amp; workout tracker locale per organizzare esercizi, schede, sessioni, storico e obiettivi.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148840"/>
            <a:ext cx="4480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05C48"/>
                </a:solidFill>
                <a:latin typeface="Aptos"/>
              </a:defRPr>
            </a:pPr>
            <a:r>
              <a:rPr dirty="0"/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82622"/>
                </a:solidFill>
                <a:latin typeface="Aptos"/>
              </a:defRPr>
            </a:pPr>
            <a:r>
              <a:t>Un'unica app per pianificare gli allenamenti, registrarli rapidamente e tenere sotto controllo i progressi.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35650"/>
            <a:ext cx="1051560" cy="292608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React Native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4035650"/>
            <a:ext cx="640080" cy="292608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rPr dirty="0"/>
              <a:t>Expo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4035650"/>
            <a:ext cx="1097280" cy="292608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AsyncStorage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0752" y="4035650"/>
            <a:ext cx="914400" cy="292608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841248"/>
            <a:ext cx="2684221" cy="5212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56248" y="1005840"/>
            <a:ext cx="2464765" cy="4882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41158" y="896112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546" y="1024128"/>
            <a:ext cx="2352168" cy="4846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171432" y="1234440"/>
            <a:ext cx="1247927" cy="2423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81159" y="1399032"/>
            <a:ext cx="1028471" cy="2093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47923" y="1289304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ess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7" y="1432346"/>
            <a:ext cx="991895" cy="202734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171432" y="3886200"/>
            <a:ext cx="1247927" cy="2423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81159" y="4050791"/>
            <a:ext cx="1028471" cy="2093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47923" y="3941063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go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7" y="4086125"/>
            <a:ext cx="991895" cy="20233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792" y="5545496"/>
            <a:ext cx="4572000" cy="1015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5C6964"/>
                </a:solidFill>
                <a:latin typeface="Aptos"/>
              </a:defRPr>
            </a:pPr>
            <a:r>
              <a:rPr dirty="0"/>
              <a:t>Progetto mobile</a:t>
            </a:r>
            <a:r>
              <a:rPr lang="it-IT" dirty="0"/>
              <a:t> programming</a:t>
            </a:r>
            <a:r>
              <a:rPr dirty="0"/>
              <a:t> in React Native</a:t>
            </a:r>
            <a:br>
              <a:rPr lang="it-IT" dirty="0"/>
            </a:br>
            <a:r>
              <a:rPr lang="it-IT" dirty="0"/>
              <a:t>Marco Giraulo</a:t>
            </a:r>
            <a:br>
              <a:rPr lang="it-IT" dirty="0"/>
            </a:br>
            <a:r>
              <a:rPr lang="it-IT" dirty="0"/>
              <a:t>Carmine Giudice</a:t>
            </a:r>
          </a:p>
          <a:p>
            <a:pPr algn="l">
              <a:defRPr sz="1100" b="0">
                <a:solidFill>
                  <a:srgbClr val="5C6964"/>
                </a:solidFill>
                <a:latin typeface="Aptos"/>
              </a:defRPr>
            </a:pPr>
            <a:r>
              <a:rPr lang="it-IT" dirty="0"/>
              <a:t>Francesco Pio Mastrogiacomo</a:t>
            </a:r>
          </a:p>
          <a:p>
            <a:pPr algn="l">
              <a:defRPr sz="1100" b="0">
                <a:solidFill>
                  <a:srgbClr val="5C6964"/>
                </a:solidFill>
                <a:latin typeface="Aptos"/>
              </a:defRPr>
            </a:pPr>
            <a:r>
              <a:rPr lang="it-IT" dirty="0"/>
              <a:t>Fabio Concilio</a:t>
            </a:r>
          </a:p>
          <a:p>
            <a:pPr algn="l">
              <a:defRPr sz="1100" b="0">
                <a:solidFill>
                  <a:srgbClr val="5C6964"/>
                </a:solidFill>
                <a:latin typeface="Aptos"/>
              </a:defRPr>
            </a:pPr>
            <a:r>
              <a:rPr lang="it-IT" dirty="0"/>
              <a:t>Luca Migliaccio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164592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Idea dell’app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Quale problema risolve?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FitTrackPro nasce per chi si allena in autonomia e vuole evitare informazioni sparse tra note, app diverse e promemoria.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3611880" cy="4160520"/>
          </a:xfrm>
          <a:prstGeom prst="roundRect">
            <a:avLst/>
          </a:prstGeom>
          <a:solidFill>
            <a:srgbClr val="FCEBEB"/>
          </a:solidFill>
          <a:ln w="12700">
            <a:solidFill>
              <a:srgbClr val="F4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B84E4E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06324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Esercizi, schede e progressi spesso sono salvati in posti diversi.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Lo storico degli allenamenti diventa difficile da consultare nel tempo.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Obiettivi e sessioni pianificate non sono collegati tra loro.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83080"/>
            <a:ext cx="69951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73168" y="1965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05C48"/>
                </a:solidFill>
                <a:latin typeface="Aptos"/>
              </a:defRPr>
            </a:pPr>
            <a:r>
              <a:t>Soluzione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331720"/>
            <a:ext cx="384048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Archivio locale unico per esercizi, schede, sessioni, storico e obiettivi.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Dashboard sintetica con accesso rapido all’allenamento del giorno.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Aggiornamenti automatici tra sessioni, storico e obiettivi.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App semplice, utilizzabile anche senza connessione Internet.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331720"/>
            <a:ext cx="2331720" cy="256032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251460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05C48"/>
                </a:solidFill>
                <a:latin typeface="Aptos"/>
              </a:defRPr>
            </a:pPr>
            <a:r>
              <a:t>Utente tipo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834640"/>
            <a:ext cx="187451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Persona che si allena in autonomia e vuole uno strumento personale, veloce e coerente.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41605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105C48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38912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Pianificare • registrare • controllare i progressi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219456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Funzionalità principali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Le 6 aree principali dell’app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La navigazione usa una bottom tab bar: ogni sezione copre una parte del flusso di allenamento.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1" y="1993392"/>
            <a:ext cx="347472" cy="347472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4767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82622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95728"/>
            <a:ext cx="28254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C6964"/>
                </a:solidFill>
                <a:latin typeface="Aptos"/>
              </a:defRPr>
            </a:pPr>
            <a:r>
              <a:t>Riepilogo, accesso rapido all’allenamento del giorno, costanza settimanale e timer di recupero.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82880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33672" y="1993392"/>
            <a:ext cx="347472" cy="347472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94767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82622"/>
                </a:solidFill>
                <a:latin typeface="Aptos"/>
              </a:defRPr>
            </a:pPr>
            <a:r>
              <a:t>Esercizi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2395728"/>
            <a:ext cx="28254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C6964"/>
                </a:solidFill>
                <a:latin typeface="Aptos"/>
              </a:defRPr>
            </a:pPr>
            <a:r>
              <a:t>Archivio personale con CRUD completo, ricerca e filtri per gruppo muscolare e difficoltà.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82880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662671" y="1993392"/>
            <a:ext cx="347472" cy="347472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194767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82622"/>
                </a:solidFill>
                <a:latin typeface="Aptos"/>
              </a:defRPr>
            </a:pPr>
            <a:r>
              <a:t>Schede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1" y="2395728"/>
            <a:ext cx="28254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C6964"/>
                </a:solidFill>
                <a:latin typeface="Aptos"/>
              </a:defRPr>
            </a:pPr>
            <a:r>
              <a:t>Programmi divisi per giorni con esercizi, serie, ripetizioni, livello, obiettivo e recupero.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4671" y="4005072"/>
            <a:ext cx="347472" cy="347472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395935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82622"/>
                </a:solidFill>
                <a:latin typeface="Aptos"/>
              </a:defRPr>
            </a:pPr>
            <a:r>
              <a:t>Sessioni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407408"/>
            <a:ext cx="28254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C6964"/>
                </a:solidFill>
                <a:latin typeface="Aptos"/>
              </a:defRPr>
            </a:pPr>
            <a:r>
              <a:t>Pianificazione degli allenamenti futuri con data, scheda associata, giorno e stato.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384048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233672" y="4005072"/>
            <a:ext cx="347472" cy="347472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95935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82622"/>
                </a:solidFill>
                <a:latin typeface="Aptos"/>
              </a:defRPr>
            </a:pPr>
            <a:r>
              <a:t>Storico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3672" y="4407408"/>
            <a:ext cx="28254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C6964"/>
                </a:solidFill>
                <a:latin typeface="Aptos"/>
              </a:defRPr>
            </a:pPr>
            <a:r>
              <a:t>Registrazione degli allenamenti svolti con durata, carichi, note e fatica percepita.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384048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662671" y="4005072"/>
            <a:ext cx="347472" cy="347472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3959352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82622"/>
                </a:solidFill>
                <a:latin typeface="Aptos"/>
              </a:defRPr>
            </a:pPr>
            <a:r>
              <a:t>Obiettivi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4407408"/>
            <a:ext cx="28254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5C6964"/>
                </a:solidFill>
                <a:latin typeface="Aptos"/>
              </a:defRPr>
            </a:pPr>
            <a:r>
              <a:t>Obiettivi manuali o automatici con percentuale di avanzamento e stato finale.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214884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Schermate più importanti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Dashboard, esercizi e schede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Tre schermate chiave per entrare nell’app, costruire il database personale e creare il workout.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27632"/>
            <a:ext cx="2331034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6968" y="1792224"/>
            <a:ext cx="2111578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595285" y="1682496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99" y="1810512"/>
            <a:ext cx="2019314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302677" y="6263640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27632"/>
            <a:ext cx="2331034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44568" y="1792224"/>
            <a:ext cx="2111578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52885" y="1682496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exerci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478" y="1810512"/>
            <a:ext cx="2047755" cy="41605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960277" y="6263640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Esercizi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27632"/>
            <a:ext cx="2331034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02167" y="1792224"/>
            <a:ext cx="2111578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10485" y="1682496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pla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141" y="1810512"/>
            <a:ext cx="2039629" cy="416052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617877" y="6263640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Schede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214884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Schermate più importanti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Sessioni, storico e obiettivi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Queste schermate chiudono il ciclo: si pianifica, si registra l’allenamento e si misura l’avanzamento.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27632"/>
            <a:ext cx="2331034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6968" y="1792224"/>
            <a:ext cx="2111578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595285" y="1682496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73" y="1810512"/>
            <a:ext cx="2035566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302677" y="6263640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Sessioni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27632"/>
            <a:ext cx="2331034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44568" y="1792224"/>
            <a:ext cx="2111578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52885" y="1682496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493" y="1810512"/>
            <a:ext cx="2045724" cy="41605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960277" y="6263640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Storico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27632"/>
            <a:ext cx="2331034" cy="4526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02167" y="1792224"/>
            <a:ext cx="2111578" cy="4197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10485" y="1682496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go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141" y="1810512"/>
            <a:ext cx="2039629" cy="416052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617877" y="6263640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Obiettivi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178308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Scelte progettuali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Tecnologie e organizzazione del progetto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Le scelte sono orientate a semplicità, riuso del codice e coerenza dei dati.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3749039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05C48"/>
                </a:solidFill>
                <a:latin typeface="Aptos"/>
              </a:defRPr>
            </a:pPr>
            <a:r>
              <a:t>Stack tecnologico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423160"/>
            <a:ext cx="3200400" cy="530352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53288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182622"/>
                </a:solidFill>
                <a:latin typeface="Aptos"/>
              </a:defRPr>
            </a:pPr>
            <a:r>
              <a:t>Expo SDK 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5328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5C6964"/>
                </a:solidFill>
                <a:latin typeface="Aptos"/>
              </a:defRPr>
            </a:pPr>
            <a:r>
              <a:t>sviluppo e test rapidi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108960"/>
            <a:ext cx="3200400" cy="530352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21868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182622"/>
                </a:solidFill>
                <a:latin typeface="Aptos"/>
              </a:defRPr>
            </a:pPr>
            <a:r>
              <a:t>React 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2186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5C6964"/>
                </a:solidFill>
                <a:latin typeface="Aptos"/>
              </a:defRPr>
            </a:pPr>
            <a:r>
              <a:t>interfaccia mobile cross-platform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3794760"/>
            <a:ext cx="3200400" cy="530352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90448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182622"/>
                </a:solidFill>
                <a:latin typeface="Aptos"/>
              </a:defRPr>
            </a:pPr>
            <a:r>
              <a:t>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9044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5C6964"/>
                </a:solidFill>
                <a:latin typeface="Aptos"/>
              </a:defRPr>
            </a:pPr>
            <a:r>
              <a:t>tipizzazione e controllo del codice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480560"/>
            <a:ext cx="3200400" cy="530352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59028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182622"/>
                </a:solidFill>
                <a:latin typeface="Aptos"/>
              </a:defRPr>
            </a:pPr>
            <a:r>
              <a:t>React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5902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5C6964"/>
                </a:solidFill>
                <a:latin typeface="Aptos"/>
              </a:defRPr>
            </a:pPr>
            <a:r>
              <a:t>stack + bottom tabs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" y="5166360"/>
            <a:ext cx="3200400" cy="530352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27608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50" b="1">
                <a:solidFill>
                  <a:srgbClr val="182622"/>
                </a:solidFill>
                <a:latin typeface="Aptos"/>
              </a:defRPr>
            </a:pPr>
            <a:r>
              <a:t>AsyncStorage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52760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5C6964"/>
                </a:solidFill>
                <a:latin typeface="Aptos"/>
              </a:defRPr>
            </a:pPr>
            <a:r>
              <a:t>persistenza locale senza backend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1783080"/>
            <a:ext cx="6903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1993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05C48"/>
                </a:solidFill>
                <a:latin typeface="Aptos"/>
              </a:defRPr>
            </a:pPr>
            <a:r>
              <a:t>Scelte architetturali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377440"/>
            <a:ext cx="621792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Stato principale centralizzato in App.tsx per controllare i flussi dell’app.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Schermate separate per area funzionale: Dashboard, Esercizi, Schede, Sessioni, Storico, Obiettivi.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Modali separate per dettaglio e modifica, organizzate per entità.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Tipi, validazioni e sanitizzazione centralizzati per ridurre errori e duplicazioni.</a:t>
            </a:r>
          </a:p>
          <a:p>
            <a:pPr>
              <a:spcAft>
                <a:spcPts val="700"/>
              </a:spcAft>
              <a:defRPr sz="1400">
                <a:solidFill>
                  <a:srgbClr val="182622"/>
                </a:solidFill>
                <a:latin typeface="Aptos"/>
              </a:defRPr>
            </a:pPr>
            <a:r>
              <a:t>Dati collegati tramite identificativi: schema coerente tra esercizi, schede, sessioni e storico.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256032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Feature avanzate implementate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Le funzioni che danno più valore all’app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Oltre al CRUD base, il progetto introduce funzionalità che migliorano davvero l’esperienza d’uso.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05C48"/>
                </a:solidFill>
                <a:latin typeface="Aptos"/>
              </a:defRPr>
            </a:pPr>
            <a:r>
              <a:t>1. Timer di recupero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Presente nella Dashboard. Permette di avviare o mettere in pausa il timer, usare tempi rapidi (1:30 / 3:00) e aggiungere +30 secondi.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105C48"/>
                </a:solidFill>
                <a:latin typeface="Aptos"/>
              </a:defRPr>
            </a:pPr>
            <a:r>
              <a:t>2. Duplicazione rapida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95728"/>
            <a:ext cx="4526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Schede e sessioni possono essere duplicate per creare varianti senza ripartire da zero. Il sistema genera nome e identificativo coerenti.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977639"/>
            <a:ext cx="3520440" cy="160020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4206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82622"/>
                </a:solidFill>
                <a:latin typeface="Aptos"/>
              </a:defRPr>
            </a:pPr>
            <a:r>
              <a:t>Ricerca e filtri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553712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Disponibili in più sezioni per migliorare la consultazione dei dati.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3977639"/>
            <a:ext cx="3520440" cy="160020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1" y="4206240"/>
            <a:ext cx="260761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82622"/>
                </a:solidFill>
                <a:latin typeface="Aptos"/>
              </a:defRPr>
            </a:pPr>
            <a:r>
              <a:rPr dirty="0"/>
              <a:t>Aggiornamenti </a:t>
            </a:r>
            <a:r>
              <a:rPr dirty="0" err="1"/>
              <a:t>automatici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599432" y="455371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Registrando un allenamento, la sessione collegata può diventare completata.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3977639"/>
            <a:ext cx="3520440" cy="160020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420624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82622"/>
                </a:solidFill>
                <a:latin typeface="Aptos"/>
              </a:defRPr>
            </a:pPr>
            <a:r>
              <a:t>Obiettivi automatici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55371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Avanzamento calcolato da allenamenti, minuti, frequenza, carichi o completamento scheda.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178308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Difficoltà incontrate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Le criticità principali affrontate durante lo sviluppo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Le difficoltà non erano tanto visive, ma soprattutto legate alla coerenza dei dati e al comportamento cross-platform.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266944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756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05C48"/>
                </a:solidFill>
                <a:latin typeface="Aptos"/>
              </a:defRPr>
            </a:pPr>
            <a:r>
              <a:t>Sincronizzazione tra entità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68879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Schede, sessioni, storico e obiettivi sono collegati: una modifica deve riflettersi in modo coerente.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874519"/>
            <a:ext cx="5440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20756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05C48"/>
                </a:solidFill>
                <a:latin typeface="Aptos"/>
              </a:defRPr>
            </a:pPr>
            <a:r>
              <a:t>Validazione e sanitizzazione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468879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Serviva evitare input incoerenti, duplicati, campi vuoti e date nel formato sbagliato.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5266944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4178807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05C48"/>
                </a:solidFill>
                <a:latin typeface="Aptos"/>
              </a:defRPr>
            </a:pPr>
            <a:r>
              <a:t>Persistenza locale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572000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rPr dirty="0"/>
              <a:t>I </a:t>
            </a:r>
            <a:r>
              <a:rPr dirty="0" err="1"/>
              <a:t>dati</a:t>
            </a:r>
            <a:r>
              <a:rPr dirty="0"/>
              <a:t> </a:t>
            </a:r>
            <a:r>
              <a:rPr dirty="0" err="1"/>
              <a:t>dovevano</a:t>
            </a:r>
            <a:r>
              <a:rPr dirty="0"/>
              <a:t> </a:t>
            </a:r>
            <a:r>
              <a:rPr dirty="0" err="1"/>
              <a:t>restare</a:t>
            </a:r>
            <a:r>
              <a:rPr dirty="0"/>
              <a:t> </a:t>
            </a:r>
            <a:r>
              <a:rPr dirty="0" err="1"/>
              <a:t>salvati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</a:t>
            </a:r>
            <a:r>
              <a:rPr dirty="0" err="1"/>
              <a:t>dispositivo</a:t>
            </a:r>
            <a:r>
              <a:rPr dirty="0"/>
              <a:t> e </a:t>
            </a:r>
            <a:r>
              <a:rPr dirty="0" err="1"/>
              <a:t>rimanere</a:t>
            </a:r>
            <a:r>
              <a:rPr dirty="0"/>
              <a:t> </a:t>
            </a:r>
            <a:r>
              <a:rPr dirty="0" err="1"/>
              <a:t>compatibili</a:t>
            </a:r>
            <a:r>
              <a:rPr dirty="0"/>
              <a:t> </a:t>
            </a:r>
            <a:r>
              <a:rPr dirty="0" err="1"/>
              <a:t>anche</a:t>
            </a:r>
            <a:r>
              <a:rPr dirty="0"/>
              <a:t> dopo </a:t>
            </a:r>
            <a:r>
              <a:rPr dirty="0" err="1"/>
              <a:t>modifiche</a:t>
            </a:r>
            <a:r>
              <a:rPr dirty="0"/>
              <a:t> alla </a:t>
            </a:r>
            <a:r>
              <a:rPr dirty="0" err="1"/>
              <a:t>struttura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977639"/>
            <a:ext cx="5440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4178807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05C48"/>
                </a:solidFill>
                <a:latin typeface="Aptos"/>
              </a:defRPr>
            </a:pPr>
            <a:r>
              <a:t>Gestione corretta delle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572000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t>È stato necessario evitare errori di fuso orario e mantenere il formato YYYY-MM-DD coerente su web e mobile.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384048"/>
            <a:ext cx="132588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Demo dell’app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Come presenterò il flusso in pochi minuti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La demo segue un percorso semplice e mostra l’intero ciclo di utilizzo dell’app.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417320"/>
            <a:ext cx="2519400" cy="4892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42248" y="1581912"/>
            <a:ext cx="2299944" cy="456285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44748" y="1472184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801" y="1600200"/>
            <a:ext cx="2196836" cy="452627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352140" y="6419088"/>
            <a:ext cx="1280160" cy="25603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Live flow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10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1268" y="2167128"/>
            <a:ext cx="45720" cy="438912"/>
          </a:xfrm>
          <a:prstGeom prst="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1773936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Aprire la Dashboard e mostrare riepilogo, streak e timer di recupero.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606040"/>
            <a:ext cx="384048" cy="384048"/>
          </a:xfrm>
          <a:prstGeom prst="ellipse">
            <a:avLst/>
          </a:prstGeom>
          <a:solidFill>
            <a:srgbClr val="10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1268" y="2990088"/>
            <a:ext cx="45720" cy="438912"/>
          </a:xfrm>
          <a:prstGeom prst="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2596896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Creare o modificare un esercizio con gruppi muscolari controllati.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429000"/>
            <a:ext cx="384048" cy="384048"/>
          </a:xfrm>
          <a:prstGeom prst="ellipse">
            <a:avLst/>
          </a:prstGeom>
          <a:solidFill>
            <a:srgbClr val="10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268" y="3813048"/>
            <a:ext cx="45720" cy="438912"/>
          </a:xfrm>
          <a:prstGeom prst="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3419856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Creare una scheda e pianificare una sessione futura.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0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" y="4636008"/>
            <a:ext cx="45720" cy="438912"/>
          </a:xfrm>
          <a:prstGeom prst="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4242816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Registrare un allenamento e mostrare l’aggiornamento automatico della sessione.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10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065776"/>
            <a:ext cx="6583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182622"/>
                </a:solidFill>
                <a:latin typeface="Aptos"/>
              </a:defRPr>
            </a:pPr>
            <a:r>
              <a:t>Aprire storico e obiettivi per verificare i progressi salvati.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989320"/>
            <a:ext cx="7498079" cy="539496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6089904"/>
            <a:ext cx="7040880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50" b="1">
                <a:solidFill>
                  <a:srgbClr val="105C48"/>
                </a:solidFill>
                <a:latin typeface="Aptos"/>
              </a:defRPr>
            </a:pPr>
            <a:r>
              <a:rPr dirty="0" err="1"/>
              <a:t>FitTrackPro</a:t>
            </a:r>
            <a:r>
              <a:rPr dirty="0"/>
              <a:t> </a:t>
            </a:r>
            <a:r>
              <a:rPr dirty="0" err="1"/>
              <a:t>unisce</a:t>
            </a:r>
            <a:r>
              <a:rPr dirty="0"/>
              <a:t> </a:t>
            </a:r>
            <a:r>
              <a:rPr dirty="0" err="1"/>
              <a:t>pianificazione</a:t>
            </a:r>
            <a:r>
              <a:rPr dirty="0"/>
              <a:t>, </a:t>
            </a:r>
            <a:r>
              <a:rPr dirty="0" err="1"/>
              <a:t>registrazione</a:t>
            </a:r>
            <a:r>
              <a:rPr dirty="0"/>
              <a:t> e </a:t>
            </a:r>
            <a:r>
              <a:rPr dirty="0" err="1"/>
              <a:t>controllo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progressi</a:t>
            </a:r>
            <a:r>
              <a:rPr dirty="0"/>
              <a:t> in </a:t>
            </a:r>
            <a:r>
              <a:rPr dirty="0" err="1"/>
              <a:t>un’unica</a:t>
            </a:r>
            <a:r>
              <a:rPr dirty="0"/>
              <a:t> app locale e </a:t>
            </a:r>
            <a:r>
              <a:rPr dirty="0" err="1"/>
              <a:t>coerente</a:t>
            </a:r>
            <a:r>
              <a:rPr dirty="0"/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24160" y="-502920"/>
            <a:ext cx="2103120" cy="2103120"/>
          </a:xfrm>
          <a:prstGeom prst="ellipse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5577840"/>
            <a:ext cx="1828800" cy="1828800"/>
          </a:xfrm>
          <a:prstGeom prst="ellipse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792" y="548640"/>
            <a:ext cx="1234440" cy="320040"/>
          </a:xfrm>
          <a:prstGeom prst="roundRect">
            <a:avLst/>
          </a:prstGeom>
          <a:solidFill>
            <a:srgbClr val="E1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5C48"/>
                </a:solidFill>
                <a:latin typeface="Aptos"/>
              </a:defRPr>
            </a:pPr>
            <a:r>
              <a:t>Conclusione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2622"/>
                </a:solidFill>
                <a:latin typeface="Aptos Display"/>
              </a:defRPr>
            </a:pPr>
            <a:r>
              <a:t>FitTrackPro in sintesi</a:t>
            </a:r>
          </a:p>
          <a:p>
            <a:pPr>
              <a:spcBef>
                <a:spcPts val="600"/>
              </a:spcBef>
              <a:defRPr sz="1200">
                <a:solidFill>
                  <a:srgbClr val="5C6964"/>
                </a:solidFill>
                <a:latin typeface="Aptos"/>
              </a:defRPr>
            </a:pPr>
            <a:r>
              <a:t>Un’app semplice da usare, ma completa nel seguire tutto il flusso dell’allenamento.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521208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82622"/>
                </a:solidFill>
                <a:latin typeface="Aptos"/>
              </a:defRPr>
            </a:pPr>
            <a:r>
              <a:rPr lang="it-IT" dirty="0"/>
              <a:t>G</a:t>
            </a:r>
            <a:r>
              <a:rPr dirty="0" err="1"/>
              <a:t>estisce</a:t>
            </a:r>
            <a:r>
              <a:rPr dirty="0"/>
              <a:t> </a:t>
            </a:r>
            <a:r>
              <a:rPr dirty="0" err="1"/>
              <a:t>esercizi</a:t>
            </a:r>
            <a:r>
              <a:rPr dirty="0"/>
              <a:t>, </a:t>
            </a:r>
            <a:r>
              <a:rPr dirty="0" err="1"/>
              <a:t>schede</a:t>
            </a:r>
            <a:r>
              <a:rPr dirty="0"/>
              <a:t>, </a:t>
            </a:r>
            <a:r>
              <a:rPr dirty="0" err="1"/>
              <a:t>sessioni</a:t>
            </a:r>
            <a:r>
              <a:rPr dirty="0"/>
              <a:t>, storico e </a:t>
            </a:r>
            <a:r>
              <a:rPr dirty="0" err="1"/>
              <a:t>obiettivi</a:t>
            </a:r>
            <a:r>
              <a:rPr dirty="0"/>
              <a:t>;</a:t>
            </a:r>
          </a:p>
          <a:p>
            <a:pPr>
              <a:spcAft>
                <a:spcPts val="700"/>
              </a:spcAft>
              <a:defRPr sz="1600">
                <a:solidFill>
                  <a:srgbClr val="182622"/>
                </a:solidFill>
                <a:latin typeface="Aptos"/>
              </a:defRPr>
            </a:pPr>
            <a:r>
              <a:rPr dirty="0" err="1"/>
              <a:t>mantiene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</a:t>
            </a:r>
            <a:r>
              <a:rPr dirty="0" err="1"/>
              <a:t>localmente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</a:t>
            </a:r>
            <a:r>
              <a:rPr dirty="0" err="1"/>
              <a:t>dispositivo</a:t>
            </a:r>
            <a:r>
              <a:rPr dirty="0"/>
              <a:t>;</a:t>
            </a:r>
          </a:p>
          <a:p>
            <a:pPr>
              <a:spcAft>
                <a:spcPts val="700"/>
              </a:spcAft>
              <a:defRPr sz="1600">
                <a:solidFill>
                  <a:srgbClr val="182622"/>
                </a:solidFill>
                <a:latin typeface="Aptos"/>
              </a:defRPr>
            </a:pPr>
            <a:r>
              <a:rPr dirty="0" err="1"/>
              <a:t>offre</a:t>
            </a:r>
            <a:r>
              <a:rPr dirty="0"/>
              <a:t> </a:t>
            </a:r>
            <a:r>
              <a:rPr dirty="0" err="1"/>
              <a:t>navigazione</a:t>
            </a:r>
            <a:r>
              <a:rPr dirty="0"/>
              <a:t> </a:t>
            </a:r>
            <a:r>
              <a:rPr dirty="0" err="1"/>
              <a:t>chiara</a:t>
            </a:r>
            <a:r>
              <a:rPr dirty="0"/>
              <a:t>, </a:t>
            </a:r>
            <a:r>
              <a:rPr dirty="0" err="1"/>
              <a:t>ricerca</a:t>
            </a:r>
            <a:r>
              <a:rPr dirty="0"/>
              <a:t>, </a:t>
            </a:r>
            <a:r>
              <a:rPr dirty="0" err="1"/>
              <a:t>filtri</a:t>
            </a:r>
            <a:r>
              <a:rPr dirty="0"/>
              <a:t> e feature </a:t>
            </a:r>
            <a:r>
              <a:rPr dirty="0" err="1"/>
              <a:t>avanzate</a:t>
            </a:r>
            <a:r>
              <a:rPr dirty="0"/>
              <a:t> </a:t>
            </a:r>
            <a:r>
              <a:rPr dirty="0" err="1"/>
              <a:t>utili</a:t>
            </a:r>
            <a:r>
              <a:rPr dirty="0"/>
              <a:t>;</a:t>
            </a:r>
          </a:p>
          <a:p>
            <a:pPr>
              <a:spcAft>
                <a:spcPts val="700"/>
              </a:spcAft>
              <a:defRPr sz="1600">
                <a:solidFill>
                  <a:srgbClr val="182622"/>
                </a:solidFill>
                <a:latin typeface="Aptos"/>
              </a:defRPr>
            </a:pPr>
            <a:r>
              <a:rPr dirty="0" err="1"/>
              <a:t>supporta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demo </a:t>
            </a:r>
            <a:r>
              <a:rPr dirty="0" err="1"/>
              <a:t>immediata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0430" y="4343400"/>
            <a:ext cx="4389120" cy="11897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4455656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105C48"/>
                </a:solidFill>
                <a:latin typeface="Aptos"/>
              </a:defRPr>
            </a:pPr>
            <a:r>
              <a:rPr dirty="0" err="1"/>
              <a:t>Punti</a:t>
            </a:r>
            <a:r>
              <a:rPr dirty="0"/>
              <a:t> </a:t>
            </a:r>
            <a:r>
              <a:rPr dirty="0" err="1"/>
              <a:t>forti</a:t>
            </a:r>
            <a:r>
              <a:rPr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804495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182622"/>
                </a:solidFill>
                <a:latin typeface="Aptos"/>
              </a:defRPr>
            </a:pPr>
            <a:r>
              <a:rPr dirty="0" err="1"/>
              <a:t>Coerenza</a:t>
            </a:r>
            <a:r>
              <a:rPr dirty="0"/>
              <a:t> del </a:t>
            </a:r>
            <a:r>
              <a:rPr dirty="0" err="1"/>
              <a:t>modello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· </a:t>
            </a:r>
            <a:r>
              <a:rPr dirty="0" err="1"/>
              <a:t>semplicità</a:t>
            </a:r>
            <a:r>
              <a:rPr dirty="0"/>
              <a:t> </a:t>
            </a:r>
            <a:r>
              <a:rPr dirty="0" err="1"/>
              <a:t>d’uso</a:t>
            </a:r>
            <a:r>
              <a:rPr dirty="0"/>
              <a:t> · </a:t>
            </a:r>
            <a:r>
              <a:rPr dirty="0" err="1"/>
              <a:t>attenzione</a:t>
            </a:r>
            <a:r>
              <a:rPr dirty="0"/>
              <a:t> alla </a:t>
            </a:r>
            <a:r>
              <a:rPr dirty="0" err="1"/>
              <a:t>validazione</a:t>
            </a:r>
            <a:r>
              <a:rPr dirty="0"/>
              <a:t> · </a:t>
            </a:r>
            <a:r>
              <a:rPr dirty="0" err="1"/>
              <a:t>approccio</a:t>
            </a:r>
            <a:r>
              <a:rPr dirty="0"/>
              <a:t> </a:t>
            </a:r>
            <a:r>
              <a:rPr dirty="0" err="1"/>
              <a:t>pragmatico</a:t>
            </a:r>
            <a:r>
              <a:rPr dirty="0"/>
              <a:t> senza backend.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143000"/>
            <a:ext cx="2566492" cy="4983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24927" y="1307592"/>
            <a:ext cx="2347036" cy="4654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50974" y="1197864"/>
            <a:ext cx="694944" cy="64008"/>
          </a:xfrm>
          <a:prstGeom prst="roundRect">
            <a:avLst/>
          </a:prstGeom>
          <a:solidFill>
            <a:srgbClr val="DC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562" y="1325880"/>
            <a:ext cx="2263765" cy="4617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58978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105C48"/>
                </a:solidFill>
                <a:latin typeface="Aptos"/>
              </a:defRPr>
            </a:pPr>
            <a:r>
              <a:t>Grazie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59161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182622"/>
                </a:solidFill>
                <a:latin typeface="Aptos"/>
              </a:defRPr>
            </a:pPr>
            <a:r>
              <a:t>Domande?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2823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696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908</Words>
  <Application>Microsoft Office PowerPoint</Application>
  <PresentationFormat>Widescreen</PresentationFormat>
  <Paragraphs>137</Paragraphs>
  <Slides>10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GIRAULO</cp:lastModifiedBy>
  <cp:revision>2</cp:revision>
  <dcterms:created xsi:type="dcterms:W3CDTF">2013-01-27T09:14:16Z</dcterms:created>
  <dcterms:modified xsi:type="dcterms:W3CDTF">2026-07-12T00:33:33Z</dcterms:modified>
  <cp:category/>
</cp:coreProperties>
</file>